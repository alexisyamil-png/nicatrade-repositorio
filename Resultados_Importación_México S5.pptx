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4173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>
                <a:solidFill>
                  <a:srgbClr val="000000"/>
                </a:solidFill>
                <a:latin typeface="Arial"/>
              </a:defRPr>
            </a:pPr>
            <a:r>
              <a:t>NicaTrade International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46888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0000"/>
                </a:solidFill>
                <a:latin typeface="Arial"/>
              </a:defRPr>
            </a:pPr>
            <a:r>
              <a:t>Operación de importación</a:t>
            </a:r>
          </a:p>
          <a:p>
            <a:pPr>
              <a:defRPr sz="2700">
                <a:solidFill>
                  <a:srgbClr val="000000"/>
                </a:solidFill>
                <a:latin typeface="Arial"/>
              </a:defRPr>
            </a:pPr>
            <a:r>
              <a:t>México → Nicaragua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4343400"/>
            <a:ext cx="3324949" cy="9694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>
                <a:solidFill>
                  <a:srgbClr val="000000"/>
                </a:solidFill>
                <a:latin typeface="Arial"/>
              </a:defRPr>
            </a:pPr>
            <a:r>
              <a:rPr lang="es-ES" dirty="0"/>
              <a:t>Integrantes:</a:t>
            </a:r>
            <a:endParaRPr lang="es-ES" dirty="0">
              <a:cs typeface="Arial"/>
            </a:endParaRPr>
          </a:p>
          <a:p>
            <a:pPr>
              <a:defRPr sz="1900">
                <a:solidFill>
                  <a:srgbClr val="000000"/>
                </a:solidFill>
                <a:latin typeface="Arial"/>
              </a:defRPr>
            </a:pPr>
            <a:r>
              <a:rPr lang="es-ES" dirty="0">
                <a:cs typeface="Arial"/>
              </a:rPr>
              <a:t>Alexis Yamil </a:t>
            </a:r>
            <a:r>
              <a:rPr lang="es-ES" dirty="0" err="1">
                <a:cs typeface="Arial"/>
              </a:rPr>
              <a:t>gonzáles</a:t>
            </a:r>
            <a:r>
              <a:rPr lang="es-ES" dirty="0">
                <a:cs typeface="Arial"/>
              </a:rPr>
              <a:t> </a:t>
            </a:r>
            <a:r>
              <a:rPr lang="es-ES" dirty="0" err="1">
                <a:cs typeface="Arial"/>
              </a:rPr>
              <a:t>perez</a:t>
            </a:r>
          </a:p>
          <a:p>
            <a:pPr>
              <a:defRPr sz="1900">
                <a:solidFill>
                  <a:srgbClr val="000000"/>
                </a:solidFill>
                <a:latin typeface="Arial"/>
              </a:defRPr>
            </a:pPr>
            <a:r>
              <a:rPr lang="es-ES" dirty="0">
                <a:cs typeface="Arial"/>
              </a:rPr>
              <a:t>Kevin </a:t>
            </a:r>
            <a:r>
              <a:rPr lang="es-ES" dirty="0" err="1">
                <a:cs typeface="Arial"/>
              </a:rPr>
              <a:t>alberto</a:t>
            </a:r>
            <a:r>
              <a:rPr lang="es-ES" dirty="0">
                <a:cs typeface="Arial"/>
              </a:rPr>
              <a:t> </a:t>
            </a:r>
            <a:r>
              <a:rPr lang="es-ES" dirty="0" err="1">
                <a:cs typeface="Arial"/>
              </a:rPr>
              <a:t>alarcon</a:t>
            </a:r>
            <a:r>
              <a:rPr lang="es-ES" dirty="0">
                <a:cs typeface="Arial"/>
              </a:rPr>
              <a:t> palacio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0">
                <a:solidFill>
                  <a:srgbClr val="000000"/>
                </a:solidFill>
                <a:latin typeface="Arial"/>
              </a:defRPr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Actividad de la empresa: importación y exportación de productos alimenticios y productos de consumo.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Operación analizada: importación internacional desde México hacia Nicaragua.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País de origen: México. País de destino: Nicaragua.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Productos importados: alimentos, bebidas, productos de limpieza, hogar, oficina, tecnología y accesorios.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0">
                <a:solidFill>
                  <a:srgbClr val="000000"/>
                </a:solidFill>
                <a:latin typeface="Arial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rPr lang="es-MX"/>
              <a:t>Total de la operación: $40,359.00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rPr lang="es-MX"/>
              <a:t>Producto con mayor importe: Mochilas ($1,912.50)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rPr lang="es-MX"/>
              <a:t>Precio promedio: $7.74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rPr lang="es-MX"/>
              <a:t>Productos registrados: 50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75405B-F08D-45F9-A889-69C651BE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63" y="845820"/>
            <a:ext cx="6123596" cy="3490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0">
                <a:solidFill>
                  <a:srgbClr val="000000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 importe total de la operación analizada es de $40,359.00.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 análisis de los datos permite identificar los productos con mayor importe y conocer el comportamiento general de la operación.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Organizar la información facilita la toma de decisiones antes de realizar una operación comercial.</a:t>
            </a:r>
          </a:p>
          <a:p>
            <a:pPr>
              <a:spcAft>
                <a:spcPts val="13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La gestión digital permite mantener la información empresarial organizada, accesible y relacionada entre las diferentes herramientas.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171</Words>
  <Application>Microsoft Office PowerPoint</Application>
  <PresentationFormat>Panorámica</PresentationFormat>
  <Paragraphs>21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Laboratorio Cisco</dc:creator>
  <cp:keywords/>
  <dc:description>generated using python-pptx</dc:description>
  <cp:lastModifiedBy>Laboratorio Cisco</cp:lastModifiedBy>
  <cp:revision>20</cp:revision>
  <dcterms:created xsi:type="dcterms:W3CDTF">2013-01-27T09:14:16Z</dcterms:created>
  <dcterms:modified xsi:type="dcterms:W3CDTF">2026-09-17T09:14:40Z</dcterms:modified>
  <cp:category/>
</cp:coreProperties>
</file>